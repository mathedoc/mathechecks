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47593-D015-4648-A6AD-AA861974D23F}" v="4" dt="2026-07-26T21:15:24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Führing" userId="b03e9d7ebf3d138e" providerId="LiveId" clId="{36D9B4A8-6EAA-4C87-85F3-10B510108057}"/>
    <pc:docChg chg="modSld">
      <pc:chgData name="Sven Führing" userId="b03e9d7ebf3d138e" providerId="LiveId" clId="{36D9B4A8-6EAA-4C87-85F3-10B510108057}" dt="2026-07-26T21:15:24.475" v="3"/>
      <pc:docMkLst>
        <pc:docMk/>
      </pc:docMkLst>
      <pc:sldChg chg="modSp modAnim">
        <pc:chgData name="Sven Führing" userId="b03e9d7ebf3d138e" providerId="LiveId" clId="{36D9B4A8-6EAA-4C87-85F3-10B510108057}" dt="2026-07-26T21:15:24.475" v="3"/>
        <pc:sldMkLst>
          <pc:docMk/>
          <pc:sldMk cId="3631818700" sldId="256"/>
        </pc:sldMkLst>
        <pc:spChg chg="mod">
          <ac:chgData name="Sven Führing" userId="b03e9d7ebf3d138e" providerId="LiveId" clId="{36D9B4A8-6EAA-4C87-85F3-10B510108057}" dt="2026-07-26T20:37:32.677" v="1" actId="207"/>
          <ac:spMkLst>
            <pc:docMk/>
            <pc:sldMk cId="3631818700" sldId="256"/>
            <ac:spMk id="4" creationId="{7424B833-7B61-BA7B-CBE2-C9206E8208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FD145-3F66-92EC-BF6C-0299ACF1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A40F5B-ABB9-2875-6212-8D6137855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8C09A5-47B6-D594-CC61-EEEDD98C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87299B-AE01-7CF6-9A95-6055AF86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332CE-05CA-8051-B23D-47DB3E7A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03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5D9D7-834A-D9BB-73BF-8053ADA85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E88ADA-38F6-3644-9FD3-27CAA24CC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CD039-D379-86B3-8426-EB057D70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B36BC-476C-1886-D004-296BF45A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72BFD-EB33-A0A8-44B3-978B577F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31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87FFB1-9A63-0698-191A-5A5DA1D2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3E9B6B-5709-8B79-1848-01A64768F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0B3A7F-BE5A-B3EA-6F96-38019378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E9081E-29C0-F47C-1F76-744F9733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877231-33DF-119E-E372-362D71A0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618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BBC18-3C4E-DC8E-D212-C9555000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3BC4CB-46D8-9DEB-D427-1A5673709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D332AF-B0B3-F228-0904-C09294459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4E1AF6-2CCF-E4B9-12F2-88085BED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33A239-4AE6-4BF8-2C36-B39DC46A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14D608-9CE6-FD8A-849B-C2D72208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18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2C6075-5AA3-800A-0B86-D0E17014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2E4609-13F4-2171-C74C-7BEF103AB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853335-B16E-647E-49B0-9261E2246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A78659E-4447-7DF4-8A91-C4C286EE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3225139-7041-1500-31E4-E26354672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D280C0-B96E-FA5F-B5F0-375EFFE3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01BF33-4008-915A-A4CD-DDA1AD23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B5BCDD-57EE-A67A-4D0D-2936E9B7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63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02BC9-6614-9529-42DF-0B1B2DF0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0AD947-7D56-0473-AD2C-D765B778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0B7BFE-6B35-2316-D30E-8E9F9B0F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EE636C-6D70-D284-F52B-7F6FF679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86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017B96-D5C9-503B-D514-038DCFF3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1B1B56-6E09-C442-F1E6-B1E734AC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D235C6-2154-1421-4347-AD1F06E7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22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AABC6-93F5-A5A5-DE20-C4E95E6E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34F460-C1C0-8FFD-0F71-CC208C520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ABBD84-E66B-32DB-622B-FF626D736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27BF8C-9926-A113-8B10-CD5C5BAB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FE5BA3-6DE2-A16D-BEA9-736F6A95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6A9BF1-7BD6-AEC9-D231-D7CD2ECB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44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22A06-0F19-1CD5-2BB9-7C6644A35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7AE18D-1DC2-543F-0B2E-A9A739F18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37753B-6D4C-D75F-C16E-4A6E62701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732D19-8C37-B180-4239-AB5FE7E5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5C1E93-EB32-8539-02CB-C079119D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AD6357-C262-B73C-93CE-EC138827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61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2CD47-2B14-CA37-147F-5214CDEB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3833CD-6C6A-F5C4-EA16-3A4AD1AB2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D67292-4494-9BAB-8477-6FDE0302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C59760-51FF-CC24-A2FF-CA99BDC9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2447C0-E655-51CC-E732-D01DF34D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399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F52330-4123-2CDF-280A-82240ACF2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D6EEFA-C640-6542-2071-EA24E2D06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185FBC-020D-CA31-0996-75F075E0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4BE5DC-A12E-EBFE-46F4-147D44F0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A37815-026B-95C0-6351-305C76DF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38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895965-E1D1-F59A-2211-33E335D0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3D80AE-3749-2CB6-52DF-FA9156872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E50F8-9A40-FF81-9053-CFA8522C1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BAF68-4602-4B35-A4A7-6C43130F0715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91035E-016E-2925-CE20-1D8527CC1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76435F-5C14-7B1C-B980-25B828E68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98038-5384-402F-BF2A-93694EE643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6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424B833-7B61-BA7B-CBE2-C9206E820807}"/>
              </a:ext>
            </a:extLst>
          </p:cNvPr>
          <p:cNvSpPr txBox="1"/>
          <p:nvPr/>
        </p:nvSpPr>
        <p:spPr>
          <a:xfrm>
            <a:off x="4605338" y="3167390"/>
            <a:ext cx="2981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chemeClr val="bg2"/>
                </a:solidFill>
                <a:latin typeface="Aptos Display" panose="020B0004020202020204" pitchFamily="34" charset="0"/>
              </a:rPr>
              <a:t>MatheChecks.de</a:t>
            </a:r>
          </a:p>
        </p:txBody>
      </p:sp>
    </p:spTree>
    <p:extLst>
      <p:ext uri="{BB962C8B-B14F-4D97-AF65-F5344CB8AC3E}">
        <p14:creationId xmlns:p14="http://schemas.microsoft.com/office/powerpoint/2010/main" val="363181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Führing Sven</dc:creator>
  <cp:lastModifiedBy>Sven Führing</cp:lastModifiedBy>
  <cp:revision>1</cp:revision>
  <dcterms:created xsi:type="dcterms:W3CDTF">2026-07-26T15:39:27Z</dcterms:created>
  <dcterms:modified xsi:type="dcterms:W3CDTF">2026-07-26T21:15:31Z</dcterms:modified>
</cp:coreProperties>
</file>